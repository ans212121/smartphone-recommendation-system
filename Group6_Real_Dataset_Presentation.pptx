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Smartphone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Content-Based | Utility-Based | Hybrid</a:t>
            </a:r>
          </a:p>
          <a:p>
            <a:pPr>
              <a:spcAft>
                <a:spcPts val="2000"/>
              </a:spcAft>
              <a:defRPr sz="2100"/>
            </a:pPr>
            <a:r>
              <a:t>Group 6 — Recommender Systems Mini-Project</a:t>
            </a:r>
          </a:p>
          <a:p>
            <a:pPr>
              <a:spcAft>
                <a:spcPts val="2000"/>
              </a:spcAft>
              <a:defRPr sz="2100"/>
            </a:pPr>
            <a:r>
              <a:t>Shadi Al-Zaidi (451110617)  •  Mohammed Al-Bakhit (451110579)</a:t>
            </a:r>
          </a:p>
          <a:p>
            <a:pPr>
              <a:spcAft>
                <a:spcPts val="2000"/>
              </a:spcAft>
              <a:defRPr sz="2100"/>
            </a:pPr>
            <a:r>
              <a:t>Anas Al-Mutairi (461110105)  •  Abdulaziz Al-Mutairi (461110104)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Help users find smartphones matching budget and feature priorities.</a:t>
            </a:r>
          </a:p>
          <a:p>
            <a:pPr>
              <a:spcAft>
                <a:spcPts val="2000"/>
              </a:spcAft>
              <a:defRPr sz="2100"/>
            </a:pPr>
            <a:r>
              <a:t>Input: Budget (BDT), priorities, optional reference phone.</a:t>
            </a:r>
          </a:p>
          <a:p>
            <a:pPr>
              <a:spcAft>
                <a:spcPts val="2000"/>
              </a:spcAft>
              <a:defRPr sz="2100"/>
            </a:pPr>
            <a:r>
              <a:t>Output: Ranked top-five eligible smartphones.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Dataset: Real Kaggle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Global Mobile Phone Specifications &amp; Prices (UTSHO DEY).</a:t>
            </a:r>
          </a:p>
          <a:p>
            <a:r>
              <a:t>6,620 source records and 168 columns.</a:t>
            </a:r>
          </a:p>
          <a:p>
            <a:r>
              <a:t>4,627 screened smartphone records after filtering and cleaning.</a:t>
            </a:r>
          </a:p>
          <a:p>
            <a:r>
              <a:t>Price currency: Bangladeshi taka (BDT), not USD/SAR.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Select smartphones and mobile devices only.</a:t>
            </a:r>
          </a:p>
          <a:p>
            <a:r>
              <a:t>Parse numeric RAM, storage, battery, camera and screen features.</a:t>
            </a:r>
          </a:p>
          <a:p>
            <a:r>
              <a:t>Exclude implausible or feature-phone-like hardware values; retain original CSV.</a:t>
            </a:r>
          </a:p>
          <a:p>
            <a:r>
              <a:t>Remove unusable prices and duplicate models.</a:t>
            </a:r>
          </a:p>
          <a:p>
            <a:r>
              <a:t>Rescale ratings and apply median imputations / Min–Max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Method 1: Content-Based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Cosine similarity between smartphone feature vectors and user priority target.</a:t>
            </a:r>
          </a:p>
          <a:p>
            <a:pPr>
              <a:spcAft>
                <a:spcPts val="2000"/>
              </a:spcAft>
              <a:defRPr sz="2100"/>
            </a:pPr>
            <a:r>
              <a:t>Uses RAM, storage, battery, camera, screen size and rating.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Method 2: Utility-Based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Q = weighted feature quality; A = max(0, 1 − price/budget).</a:t>
            </a:r>
          </a:p>
          <a:p>
            <a:pPr>
              <a:spcAft>
                <a:spcPts val="2000"/>
              </a:spcAft>
              <a:defRPr sz="2100"/>
            </a:pPr>
            <a:r>
              <a:t>Utility = 0.8 Q + 0.2 A.</a:t>
            </a:r>
          </a:p>
          <a:p>
            <a:pPr>
              <a:spcAft>
                <a:spcPts val="2000"/>
              </a:spcAft>
              <a:defRPr sz="2100"/>
            </a:pPr>
            <a:r>
              <a:t>Gaming, camera, battery and balanced priority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Method 3: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Hybrid = α × Content score + (1 − α) × Utility score</a:t>
            </a:r>
          </a:p>
          <a:p>
            <a:pPr>
              <a:spcAft>
                <a:spcPts val="2000"/>
              </a:spcAft>
              <a:defRPr sz="2100"/>
            </a:pPr>
            <a:r>
              <a:t>Default α = 0.5; adjustable in the Streamlit interface.</a:t>
            </a:r>
          </a:p>
          <a:p>
            <a:pPr>
              <a:spcAft>
                <a:spcPts val="2000"/>
              </a:spcAft>
              <a:defRPr sz="2100"/>
            </a:pPr>
            <a:r>
              <a:t>Budget constraints apply before ranking.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Results: 30,000 BDT Gaming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Xiaomi Redmi Turbo 3 — BDT 28,000, score 0.689</a:t>
            </a:r>
          </a:p>
          <a:p>
            <a:r>
              <a:t>2. Xiaomi Redmi Note 12R Pro — BDT 28,000, score 0.682</a:t>
            </a:r>
          </a:p>
          <a:p>
            <a:r>
              <a:t>3. T-Mobile REVVL 7 Pro — BDT 15,000, score 0.669</a:t>
            </a:r>
          </a:p>
          <a:p>
            <a:r>
              <a:t>4. Oscal Pilot 3 — BDT 30,000, score 0.669</a:t>
            </a:r>
          </a:p>
          <a:p>
            <a:r>
              <a:t>5. Motorola Edge 60s — BDT 30,000, score 0.667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Evaluation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Eligible smartphones: 2,802 / 4,627.</a:t>
            </a:r>
          </a:p>
          <a:p>
            <a:r>
              <a:t>Content–Utility overlap@5: 0.00.</a:t>
            </a:r>
          </a:p>
          <a:p>
            <a:r>
              <a:t>Hybrid top-five mean listed price: BDT 26,200.</a:t>
            </a:r>
          </a:p>
          <a:p>
            <a:r>
              <a:t>No user relevance ground truth: these scores are NOT measured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486D"/>
                </a:solidFill>
              </a:defRPr>
            </a:pPr>
            <a:r>
              <a:t>Demo, Conclusions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Live demo: streamlit run app.py → budget 30000 → priority gaming → hybrid.</a:t>
            </a:r>
          </a:p>
          <a:p>
            <a:r>
              <a:t>Three working recommender methods, now operating on a real dataset.</a:t>
            </a:r>
          </a:p>
          <a:p>
            <a:r>
              <a:t>Limitations: historical BDT prices, parsed specs, hardware proxy scores, no user relevance labels.</a:t>
            </a:r>
          </a:p>
          <a:p>
            <a:r>
              <a:t>Future: verified local prices and prospective user preference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Group 6   |   Real Kaggle dataset   |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